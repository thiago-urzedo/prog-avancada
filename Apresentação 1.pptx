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9b7ba594c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9b7ba594c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abec5ce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6abec5ce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d625174a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3d625174a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d625174a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3d625174a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d625174a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3d625174a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d625174a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3d625174a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d625174a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3d625174a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d625174a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3d625174a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d625174a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3d625174a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d625174a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3d625174a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d625174a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3d625174a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d625174a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3d625174a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11" Type="http://schemas.openxmlformats.org/officeDocument/2006/relationships/image" Target="../media/image7.png"/><Relationship Id="rId10" Type="http://schemas.openxmlformats.org/officeDocument/2006/relationships/image" Target="../media/image8.png"/><Relationship Id="rId12" Type="http://schemas.openxmlformats.org/officeDocument/2006/relationships/image" Target="../media/image6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82100" y="1255975"/>
            <a:ext cx="8779800" cy="81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>
                <a:solidFill>
                  <a:schemeClr val="dk1"/>
                </a:solidFill>
                <a:highlight>
                  <a:schemeClr val="lt1"/>
                </a:highlight>
              </a:rPr>
              <a:t>Algoritmos</a:t>
            </a:r>
            <a:r>
              <a:rPr lang="pt-BR" sz="2200">
                <a:solidFill>
                  <a:schemeClr val="dk1"/>
                </a:solidFill>
                <a:highlight>
                  <a:schemeClr val="lt1"/>
                </a:highlight>
              </a:rPr>
              <a:t> e Programação Avançada</a:t>
            </a:r>
            <a:br>
              <a:rPr lang="pt-BR" sz="22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pt-BR" sz="2200">
                <a:solidFill>
                  <a:schemeClr val="dk1"/>
                </a:solidFill>
                <a:highlight>
                  <a:schemeClr val="lt1"/>
                </a:highlight>
              </a:rPr>
              <a:t>Trabalho Prático 1 </a:t>
            </a:r>
            <a:endParaRPr sz="24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b="0" i="0" sz="1100" u="none" cap="none" strike="noStrike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444850" y="2428125"/>
            <a:ext cx="42543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Thiago Urzedo da Silva Paulino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796850" y="3289163"/>
            <a:ext cx="55503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Universidade Federal de Ouro Preto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Instituto de Ciências Exatas e Biológicas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Departamento de Computação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1. 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Check the Check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6900" y="1164650"/>
            <a:ext cx="7556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Dado um tabuleiro de xadrez, verificar se alguns dos reis estão em check;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Cada letra representa uma peça: p (peão), r (torre), n (cavalo), b (bispo), q (rainha) e k (rei). O caractere “.” representa uma posição vazia;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Letras minúsculas para peças pretas e maiúsculas para as brancas;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 jogo termina quando todas as posições do tabuleiro estão vazias.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3600" y="1493965"/>
            <a:ext cx="1107225" cy="215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1. Check the Check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Ler todo o tabuleiro. Caso esteja vazio, o programa termina;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Encontrar as coordenadas dos reis;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partir das coordenadas, verificar se há alguma peça no tabuleiro que deixe o rei em check, a partir de seus padrões de movimentos;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Imprimir se algum dos reis estão ou não em check.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Contest Scoreboard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6900" y="957350"/>
            <a:ext cx="7556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Sistema de pontuação de uma maratona de programação;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Ordenar o placar pelo tempo de submissão. Cada submissão incorreta, adiciona-se 20 minutos de penalidade;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Múltiplos conjuntos de submissões, no seguinte formato: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id do time (1 a 100);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id do problema (1 a 9);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tempo da submissão em minutos;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status da submissão: C (correta), I 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incorreta) e status de erro que não afetam a pontuação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R, U e E.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Cada caso de teste termina em uma linha em branco.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0475" y="1658586"/>
            <a:ext cx="985050" cy="18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2. Contest Scoreboard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6900" y="959600"/>
            <a:ext cx="8520600" cy="3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Utilizado uma estrutura (chamada Team) para representar um time, com sua pontuação, e tempo gasto em cada um dos problemas;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Vetor do tipo Team que armazena os resultados dos 100 times;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Para cada caso de teste: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As submissões são iteradas e processadas, atualizando a pontuação e/ou penalidade de cada time para determinado problema;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Ao final da iteração, o vetor é ordenado, com os seguintes critérios de desempate: 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AutoNum type="arabicPeriod"/>
            </a:pP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Mais problemas resolvidos;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AutoNum type="arabicPeriod"/>
            </a:pP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Menor tempo total;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AutoNum type="arabicPeriod"/>
            </a:pP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Menor id do time.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 placar final é impresso.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Doublets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6900" y="1181088"/>
            <a:ext cx="7556700" cy="3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partir de um dicionário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e um conjunto de pares de palavras, para cada par, encontrar a menor sequência que começa com a primeira </a:t>
            </a: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 termina com a 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última palavra do par;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Cada palavra da sequência, deve ser um </a:t>
            </a:r>
            <a:r>
              <a:rPr i="1"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doublet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de suas palavras adjacentes, ou seja, devem diferenciar em apenas um caractere;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Ao final, imprimir as sequências encontradas para cada par, ou a mensagem “no solution.” caso não haja solução.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4200" y="1522123"/>
            <a:ext cx="1404600" cy="20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3. Doublets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6900" y="882851"/>
            <a:ext cx="8520600" cy="3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Ler todas as palavras do dicionário até encontrar uma linha vazia, logo após, ler os pares de palavras;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Utilizando o tipo map, construir um grafo, onde as palavras do dicionário são os v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értices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 Cada </a:t>
            </a: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vértices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tem arestas entre si se forem </a:t>
            </a:r>
            <a:r>
              <a:rPr i="1"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doublets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Faz uma busca em largura (BFS) no grafo para encontrar o menor caminho entre os pares de palavras, armazenando as palavras do caminho em um vetor;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Ao final da busca, caso o vetor esteja vazio, não há solução para o problema, caso o contrário, o vetor é impresso.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. Shell Sort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6900" y="905876"/>
            <a:ext cx="7556700" cy="3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Dada uma pilha inicial de tartarugas e outra pilha com a posição desejada, determinar a menor sequência de operações para rearranjar a sequência original na desejada;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primeira linha consiste no número de casos de teste. Cada caso de teste começa com o número de tartarugas contidas nas pilhas, seguido pelas pilhas original e desejada respectivamente;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Ao final, imprimir a ordem em que cada tartaruga teve de “escalar” a pilha para chegar ao topo.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1075" y="1603762"/>
            <a:ext cx="1349725" cy="19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4. Shell Sort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6900" y="882851"/>
            <a:ext cx="8520600" cy="3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Para cada caso de teste, ler a lista de tartarugas e até a sua metade, adicionar as tartarugas na pilha original, o restante, adicionar na pilha desejada;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Iterar as pilhas 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simultaneamente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começando pelos últimos 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elementos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 Caso um elemento da pilha original seja diferente da pilha desejada, o elemento da pilha original é movido para o topo da pilha e este elemento é armazenado em um vetor de soluções;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Ao final, a pilha desejada é iterada e caso o elemento esteja no vetor de solução, o seu valor é impresso.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5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The Stern-Brocot Number System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450" y="906050"/>
            <a:ext cx="9137100" cy="3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árvore de Stern-Brocot é uma árvore binária completa e infinita, composta por um conjunto de frações    , onde m e n são coprimos. Ela começa com duas frações          e segue as seguintes operações: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Inserir          entre duas frações 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adjacentes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e      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Por exemplo, os primeiros passos entre    e    são: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próximo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passo: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 assim sucessivamente.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3550" y="1248138"/>
            <a:ext cx="200404" cy="25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6625" y="1248138"/>
            <a:ext cx="443419" cy="25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6375" y="1831588"/>
            <a:ext cx="393521" cy="25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1875" y="1831588"/>
            <a:ext cx="200404" cy="25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13575" y="1813727"/>
            <a:ext cx="200400" cy="275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22675" y="2123313"/>
            <a:ext cx="122975" cy="25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54925" y="2123313"/>
            <a:ext cx="97339" cy="25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82988" y="2415050"/>
            <a:ext cx="661518" cy="44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82988" y="3233287"/>
            <a:ext cx="953375" cy="44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45650" y="2380975"/>
            <a:ext cx="4333084" cy="259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5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The Stern-Brocot Number System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6900" y="882851"/>
            <a:ext cx="8520600" cy="3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Dado x conjuntos de pares de dois números </a:t>
            </a: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coprimos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m e n, partindo da raiz da árvore, determinar a direção seguida (esquerda ou direita) até chegar na fração de entrada     , imprimindo L caso siga para a esquerda ou R, para a direita.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partir da raiz da árvore (fração 1/1), se o valor do nó da árvore é igual à m/n, o programa termina, caso contrário, se m/n for menor, calcula-se o valor da esquerda, caso contrário, calcula-se o valor da direita;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Ao final da execução, o caminho encontrado é impresso;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 programa finaliza quando m e n são iguais a 1.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3925" y="1524512"/>
            <a:ext cx="200404" cy="257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6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Self-describing Sequence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6900" y="905875"/>
            <a:ext cx="9144000" cy="3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sequência de </a:t>
            </a: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Solomon Golomb</a:t>
            </a: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uma sequência de números </a:t>
            </a: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inteiros não-decrescentes, onde f(n) é o número de vezes em que n ocorre na sequência, começando com f(1) = 1;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sequência tem a seguinte relação de recorrência:</a:t>
            </a:r>
            <a:b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 problema consiste em calcular o valor de f(n), dado um n qualquer.	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6388" y="1756024"/>
            <a:ext cx="5701626" cy="70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5475" y="3176850"/>
            <a:ext cx="4203225" cy="27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69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6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Self-describing Sequence 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30980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990000"/>
                </a:solidFill>
                <a:latin typeface="Nunito"/>
                <a:ea typeface="Nunito"/>
                <a:cs typeface="Nunito"/>
                <a:sym typeface="Nunito"/>
              </a:rPr>
              <a:t>BCC402</a:t>
            </a:r>
            <a:endParaRPr sz="1100">
              <a:solidFill>
                <a:srgbClr val="99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-26150" y="4956550"/>
            <a:ext cx="3038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UFOP</a:t>
            </a:r>
            <a:endParaRPr b="0" i="0" sz="11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6900" y="1164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6900" y="882851"/>
            <a:ext cx="8520600" cy="3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sequência pode ser definida recursivamente da seguinte forma: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G(1) = 1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○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Para n &gt; 1: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Utilizando a definição acima, foi criada uma função recursiva que recebe n, e calcula o valor de G(n);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lang="pt-BR" sz="1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Para melhorar o desempenho, foi utilizada a técnica de memorização, deste modo não sendo preciso recalcular valores previamente obtidos.</a:t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9650" y="1787975"/>
            <a:ext cx="3541950" cy="493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